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</p:sldIdLst>
  <p:sldSz cx="9144000" cy="6858000" type="screen4x3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课堂用语</a:t>
            </a:r>
          </a:p>
          <a:p>
            <a:r>
              <a:t>请跟我读。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课堂用语</a:t>
            </a:r>
          </a:p>
          <a:p>
            <a:r>
              <a:t>请打开书。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课堂用语</a:t>
            </a:r>
          </a:p>
          <a:p>
            <a:r>
              <a:t>请再说一遍。</a:t>
            </a:r>
          </a:p>
        </p:txBody>
      </p:sp>
    </p:spTree>
  </p:cSld>
</p:sld>
</file>