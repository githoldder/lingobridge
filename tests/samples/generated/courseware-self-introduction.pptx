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第1课 自我介绍</a:t>
            </a:r>
          </a:p>
          <a:p>
            <a:r>
              <a:t>大家好，我叫阿合买提。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我来自哪里</a:t>
            </a:r>
          </a:p>
          <a:p>
            <a:r>
              <a:t>我来自哈萨克斯坦。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我在哪里学习</a:t>
            </a:r>
          </a:p>
          <a:p>
            <a:r>
              <a:t>我在常州工学院学习中文。</a:t>
            </a:r>
          </a:p>
        </p:txBody>
      </p:sp>
    </p:spTree>
  </p:cSld>
</p:sld>
</file>