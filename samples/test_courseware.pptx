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/>
  <p:sldIdLst>
    <p:sldId id="256" r:id="rId1"/>
  </p:sldIdLst>
</p:presentation>
</file>

<file path=ppt/slides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0" name=""/>
        <p:cNvGrpSpPr/>
        <p:nvPr/>
      </p:nvGrpSpPr>
      <p:grpSpPr/>
      <p:sp>
        <p:nvSpPr>
          <p:cNvPr id="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2400" b="1"/>
              <a:t>LingoBridge Test PPTX</a:t>
            </a:r>
          </a:p>
        </p:txBody>
      </p:sp>
      <p:sp>
        <p:nvSpPr>
          <p:cNvPr id="2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sz="1800"/>
              <a:t>This is a test slide for courseware upload.</a:t>
            </a:r>
          </a:p>
        </p:txBody>
      </p:sp>
    </p:spTree>
  </p:cSld>
</p:sld>
</file>